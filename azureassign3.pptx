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5" r:id="rId9"/>
    <p:sldId id="266" r:id="rId10"/>
    <p:sldId id="267" r:id="rId11"/>
    <p:sldId id="272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8816-55B0-D473-2960-7412A1B8B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4F665-5E6C-371B-9532-0707708E7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DD5E9-00E8-E058-2B92-944B84FFB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CBB93-93B1-AAC0-5085-E2989E3E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4F408-26BF-CD8F-4C73-8E891C29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27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9FB5-E2B6-98C1-89D0-B4B42092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711E-91C1-3451-2DDC-A1F679EFD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98105-36A1-7026-517D-FB3D17CC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31F14-D8B1-A9AB-A474-6355250D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8838E-784D-7096-D960-D4EA3C73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01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89F4-B0DE-F71B-4C55-60259008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60756-412A-E7AD-CB8C-2D9ABAAD9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09940-2E9F-C1F5-5B5C-76FAC9BB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BFD33-9910-60DB-ED4A-F5FDA7BAB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31104-0F42-3A8E-9F1D-2C37CDA3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6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6F5C-523D-7FC9-2E74-F90BAEC13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EA383-7CDD-03C6-65D2-74A6E896A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67377-B7F6-B4C1-3797-ADFED5AD2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D75BD-D11C-6792-53DF-7238D0316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25AEA-F9DC-8D8E-3E4F-DA60A7F5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01E49-E664-AA6B-F46E-F059B927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26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2AC3-4E6C-E40C-B558-35B8B4E1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9DCE8-2E7C-45F9-8866-D37C148EF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63F14-09B2-5F58-754B-5640AB0E8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FD6E4-1915-04DB-3061-BEE6A94B4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5C0DA-9786-151A-6BD8-5846B2E37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F8224-EA99-9B87-E010-E5DF1581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0454ED-B547-7C09-70E5-4C6A40C6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7563D4-A194-5E1E-756D-5C666242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34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9F781-397E-3D4B-0487-2BEC7750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1A852-0188-9759-5353-D8A43622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57C16-788C-B689-E13A-76E4DB8C0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FA729-321E-2FED-011D-F12FB535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295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50165-A307-E740-F12B-F16A8A83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53410-0048-D3FC-646C-341C702D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2C2E1-499F-4028-A7E1-CCFF4742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39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85AA-B3B5-F9E3-4733-C64D2918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18EC-9867-CCE8-DD75-7CB0DC85E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B37F3-D943-30AA-519C-7AE70C714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012B0-E6D4-83EA-A8E3-B6D8BB02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FCD7B-E389-2866-46B7-84A91F13A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AACE2-AA31-1478-B7EB-CE9B12EFE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009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3672-5916-7DF5-9755-6940C41E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C2203-21EF-4065-AC51-962DFD7E5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67200-3CF3-E1B7-99BC-91601A02C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56834-001E-8874-A6AD-A899B08B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8F919-AAAB-33C7-A0BA-83344388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80F05-3304-0F79-039D-411F4392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214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3C88F-79F0-F71E-3425-D63A9960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F27E0-D2ED-A039-C108-35729FC5B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A3CFB-C8FB-310E-48B2-2BF2A368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B6A5E-5AA0-C546-6612-326A77DF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6B35A-E00C-73C0-29B0-55A9B0FA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84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1652CD-06A9-5494-CEFE-24C464850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9B528-E59F-D8CA-E5F4-B5F98A19A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DAB5A-3489-44F5-9142-E44C6AAE2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F81A-6FFE-A783-CE21-007426740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C2C93-3575-ED1F-92C9-B333944B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69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1DEF35-B9C5-441E-208E-B92C5AEB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1F02A-95F7-2B6B-D0E2-24ED9FC36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01BF0-CA97-7CDD-4BF3-FE2B5E466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122A5-C989-4FD2-93AB-867466C8C663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2403-30E0-88C6-8DF1-FE1893F6F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5EFB5-05C0-FEAB-EA6B-8665D9921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FE5D0-981D-474B-96FC-2EE47B378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01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7874-98AE-24A2-244B-492449EEA9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FA40E-6FDD-583F-A6F4-CE982FE492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33093-2023-D546-F6E8-21BC4034A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88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C606-DCD7-137D-AEB9-1699B362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6DCF02-E799-1202-04F8-829000DE9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67" y="508000"/>
            <a:ext cx="10209389" cy="5516563"/>
          </a:xfrm>
        </p:spPr>
      </p:pic>
    </p:spTree>
    <p:extLst>
      <p:ext uri="{BB962C8B-B14F-4D97-AF65-F5344CB8AC3E}">
        <p14:creationId xmlns:p14="http://schemas.microsoft.com/office/powerpoint/2010/main" val="281069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9960-B2D2-DB47-331E-EB6B08ED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EDA982-0A39-5F63-3B6E-76508DBDF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72" y="440267"/>
            <a:ext cx="9963856" cy="5592763"/>
          </a:xfrm>
        </p:spPr>
      </p:pic>
    </p:spTree>
    <p:extLst>
      <p:ext uri="{BB962C8B-B14F-4D97-AF65-F5344CB8AC3E}">
        <p14:creationId xmlns:p14="http://schemas.microsoft.com/office/powerpoint/2010/main" val="222119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134F-CE68-50E7-2F99-6D9AACE2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3F40E6-1B24-7C6E-929D-BC8FB9F3C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1" y="482600"/>
            <a:ext cx="10121598" cy="5728230"/>
          </a:xfrm>
        </p:spPr>
      </p:pic>
    </p:spTree>
    <p:extLst>
      <p:ext uri="{BB962C8B-B14F-4D97-AF65-F5344CB8AC3E}">
        <p14:creationId xmlns:p14="http://schemas.microsoft.com/office/powerpoint/2010/main" val="368323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36A8B-04E9-A077-F88E-D0B2DE00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5DB597-A846-6958-B524-43C584250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61" y="442762"/>
            <a:ext cx="11415562" cy="5743826"/>
          </a:xfrm>
        </p:spPr>
      </p:pic>
    </p:spTree>
    <p:extLst>
      <p:ext uri="{BB962C8B-B14F-4D97-AF65-F5344CB8AC3E}">
        <p14:creationId xmlns:p14="http://schemas.microsoft.com/office/powerpoint/2010/main" val="78571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2A76-8524-AFCC-0D98-2503B8305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14AA48-A790-EC30-4B90-DC575046C8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" y="374750"/>
            <a:ext cx="11636943" cy="5811838"/>
          </a:xfrm>
        </p:spPr>
      </p:pic>
    </p:spTree>
    <p:extLst>
      <p:ext uri="{BB962C8B-B14F-4D97-AF65-F5344CB8AC3E}">
        <p14:creationId xmlns:p14="http://schemas.microsoft.com/office/powerpoint/2010/main" val="186701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BD7E-1310-420A-0D82-9451FC78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A757C5-A405-8EE1-2907-DA927799E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33" y="442762"/>
            <a:ext cx="11608067" cy="5734201"/>
          </a:xfrm>
        </p:spPr>
      </p:pic>
    </p:spTree>
    <p:extLst>
      <p:ext uri="{BB962C8B-B14F-4D97-AF65-F5344CB8AC3E}">
        <p14:creationId xmlns:p14="http://schemas.microsoft.com/office/powerpoint/2010/main" val="1160678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EABE-BD17-6DAA-7372-FCB638FC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C137E3-702F-F565-B0AF-080CC291D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59" y="625642"/>
            <a:ext cx="11569566" cy="6545179"/>
          </a:xfrm>
        </p:spPr>
      </p:pic>
    </p:spTree>
    <p:extLst>
      <p:ext uri="{BB962C8B-B14F-4D97-AF65-F5344CB8AC3E}">
        <p14:creationId xmlns:p14="http://schemas.microsoft.com/office/powerpoint/2010/main" val="2981157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FF83-413B-24C3-3B5F-216187E0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D5E03-2536-EC45-3916-20EE24B75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28" y="856648"/>
            <a:ext cx="10733877" cy="6083165"/>
          </a:xfrm>
        </p:spPr>
      </p:pic>
    </p:spTree>
    <p:extLst>
      <p:ext uri="{BB962C8B-B14F-4D97-AF65-F5344CB8AC3E}">
        <p14:creationId xmlns:p14="http://schemas.microsoft.com/office/powerpoint/2010/main" val="377732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1E3B-2EE4-166F-543B-7EE48B41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D91469-EB78-FB27-7B27-F7ECC7CA8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89" y="1097330"/>
            <a:ext cx="10964883" cy="5705325"/>
          </a:xfrm>
        </p:spPr>
      </p:pic>
    </p:spTree>
    <p:extLst>
      <p:ext uri="{BB962C8B-B14F-4D97-AF65-F5344CB8AC3E}">
        <p14:creationId xmlns:p14="http://schemas.microsoft.com/office/powerpoint/2010/main" val="1587122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2EE5-4701-D7CE-B088-48499DD1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215C1C-DAD1-FAE6-4B2E-29ECE2060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" y="558266"/>
            <a:ext cx="10175612" cy="6535554"/>
          </a:xfrm>
        </p:spPr>
      </p:pic>
    </p:spTree>
    <p:extLst>
      <p:ext uri="{BB962C8B-B14F-4D97-AF65-F5344CB8AC3E}">
        <p14:creationId xmlns:p14="http://schemas.microsoft.com/office/powerpoint/2010/main" val="48866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D091-340F-AA70-6EB8-98BB2812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61FC7C-E796-5F7D-C704-5792554273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55" y="529389"/>
            <a:ext cx="11398020" cy="6328611"/>
          </a:xfrm>
        </p:spPr>
      </p:pic>
    </p:spTree>
    <p:extLst>
      <p:ext uri="{BB962C8B-B14F-4D97-AF65-F5344CB8AC3E}">
        <p14:creationId xmlns:p14="http://schemas.microsoft.com/office/powerpoint/2010/main" val="206018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B57E-BD73-A36F-4C99-C572FFF9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02BB37-D980-E10C-57E0-8FC568A38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13" y="558264"/>
            <a:ext cx="11729987" cy="6497053"/>
          </a:xfrm>
        </p:spPr>
      </p:pic>
    </p:spTree>
    <p:extLst>
      <p:ext uri="{BB962C8B-B14F-4D97-AF65-F5344CB8AC3E}">
        <p14:creationId xmlns:p14="http://schemas.microsoft.com/office/powerpoint/2010/main" val="1790166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S</dc:creator>
  <cp:lastModifiedBy>pavithra S</cp:lastModifiedBy>
  <cp:revision>11</cp:revision>
  <dcterms:created xsi:type="dcterms:W3CDTF">2025-05-24T17:42:37Z</dcterms:created>
  <dcterms:modified xsi:type="dcterms:W3CDTF">2025-05-24T17:56:24Z</dcterms:modified>
</cp:coreProperties>
</file>