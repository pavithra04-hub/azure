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0A608-6FD9-B3D6-E4AB-F96419D7E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892053-1090-FC16-6D39-C31B72E58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BAB51-58F9-EE3A-70FA-B4656C05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69A0-C58D-4ECB-88AE-A19D890F7BE0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823A9-8D25-8F1E-A665-4AA9BCEDF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0909A-F875-2E07-5A2F-A9BEA1FB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A4675-AF7E-4E96-8790-C24FB2468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16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006E7-C029-4785-67F6-CFD3A997D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B7FD5-3B64-0BF2-F539-15AB5C52F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63FD-84D7-6172-B896-8EB24715C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69A0-C58D-4ECB-88AE-A19D890F7BE0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3008A-6186-262F-287E-081E6D877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0DE7D-22F7-E440-A5A9-9AC7A954C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A4675-AF7E-4E96-8790-C24FB2468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936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390FB-D291-856B-6525-27A09A0B5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4B5C3-BA02-FA55-80FB-996E0F98B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5089C-39A8-5067-278E-5889ADC9D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69A0-C58D-4ECB-88AE-A19D890F7BE0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DC32D-28F4-8127-6AB1-D7E0D961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6336E-942D-669A-93CB-EA297EC5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A4675-AF7E-4E96-8790-C24FB2468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951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F6BFA-5801-9808-453E-BD8C750E4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9B7B8-662E-1E03-88C4-69097D21D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A84F3-B48E-138B-3400-DBD196C3CB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8703D-64AB-0E7A-6F60-AA7A2CFD5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69A0-C58D-4ECB-88AE-A19D890F7BE0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D7D94-3C50-6558-67D8-61AE9911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65BB8-3E10-8689-99F3-5F6AF43FA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A4675-AF7E-4E96-8790-C24FB2468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515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3873B-D27C-C2C3-B641-F7685FDCC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92FED-D9C2-0641-4B54-AB3F633A4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AB92C5-9488-CF99-3E75-55B110364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82AEA2-7B8F-3287-5211-4BA8099A94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0DB581-1AEE-624E-6522-1D07D5995A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7F6621-6BFA-7EAD-EF13-99A2404B3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69A0-C58D-4ECB-88AE-A19D890F7BE0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B0866E-D3A6-1AC5-D61F-D35CA237F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853DB4-3EAC-96DF-DBDD-8F25A1FD8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A4675-AF7E-4E96-8790-C24FB2468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638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1A5B-5738-763F-21FF-0897C0883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BF200D-DF8D-8A2B-5FAE-7B8295AA5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69A0-C58D-4ECB-88AE-A19D890F7BE0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338986-B159-FE5E-BE87-6B0CEE4C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8309F-9DB9-2190-F47A-5F79F270F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A4675-AF7E-4E96-8790-C24FB2468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42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3B01D-A916-25BC-826C-78A949E00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69A0-C58D-4ECB-88AE-A19D890F7BE0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407068-A32D-6F9B-57FA-82E16D113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E500A-ED9E-6C23-0CA0-EBF3C1AF3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A4675-AF7E-4E96-8790-C24FB2468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4A079-DA0F-2ADC-A455-F4ADD6AB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4F05E-DFB3-051C-5C67-D3D89A433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C6917-E8F0-8FEF-C865-9C3B76E5E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22954-6E11-2DB1-C9C3-66E3777D4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69A0-C58D-4ECB-88AE-A19D890F7BE0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1C009-AC31-38E4-C1F7-FD56C13AE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6C895-F59B-03B0-F28B-174ED29B8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A4675-AF7E-4E96-8790-C24FB2468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166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16E18-053E-92A3-F4B7-E14936D5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DEE05-5E6C-95F6-FFFD-053921348F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27F22-48B4-8463-3982-B56068B4E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8D0F2-EFE7-929E-9CF5-FE6DF360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69A0-C58D-4ECB-88AE-A19D890F7BE0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79EA3-80B9-3C30-DDD3-B0D179DC8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B5892-47B6-230C-C21F-676641A0D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A4675-AF7E-4E96-8790-C24FB2468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85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E6ECC-7C04-8862-0FCC-FAC8D1969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FFF69E-71E5-0A18-DDFF-DFFC52D46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422D4-0950-834D-048C-54AED1FC5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69A0-C58D-4ECB-88AE-A19D890F7BE0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3C21D-BABE-59C5-54BC-7DFF393AD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BBF94-FD4B-9710-23EE-DB0ADA08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A4675-AF7E-4E96-8790-C24FB2468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775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B224F4-28F2-831D-D438-A45423A61A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C7FA6-13E4-E3B3-1A6F-E9CF1B39B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A4566-557F-DC84-6FDC-0A44BCA3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69A0-C58D-4ECB-88AE-A19D890F7BE0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58D6A-7E50-BAA5-A385-227AFB4EC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BF3FF-5E61-66CB-F934-A66E5286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A4675-AF7E-4E96-8790-C24FB2468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36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9E910A-DCF0-D907-B3B2-36CFAB687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77C24-F568-FAAC-094A-BE05F5670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756E1-FF4F-0428-17A0-967131E33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E69A0-C58D-4ECB-88AE-A19D890F7BE0}" type="datetimeFigureOut">
              <a:rPr lang="en-IN" smtClean="0"/>
              <a:t>24-05-2025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48467-680D-6C5A-4481-6F025AF3B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067D6-4F1A-08B6-7066-2B4B267E9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A4675-AF7E-4E96-8790-C24FB2468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46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1C970-D197-CD4F-F030-E0ADF2D09D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49F58-3075-5BFF-9DA4-BA15E73411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AEC5F6-6701-4D1F-8794-A0EAC40D5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90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800ED-2BA4-C015-2A36-FE41D113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F0BAC0-CAAE-ACB8-8662-262631D80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320"/>
            <a:ext cx="11865166" cy="6555037"/>
          </a:xfrm>
        </p:spPr>
      </p:pic>
    </p:spTree>
    <p:extLst>
      <p:ext uri="{BB962C8B-B14F-4D97-AF65-F5344CB8AC3E}">
        <p14:creationId xmlns:p14="http://schemas.microsoft.com/office/powerpoint/2010/main" val="1247806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0B7D9-0F0A-1D4D-823D-356DF5926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C67B4E-1E0E-DBE4-BAE2-DD48FBD99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39" y="209320"/>
            <a:ext cx="11905561" cy="6433851"/>
          </a:xfrm>
        </p:spPr>
      </p:pic>
    </p:spTree>
    <p:extLst>
      <p:ext uri="{BB962C8B-B14F-4D97-AF65-F5344CB8AC3E}">
        <p14:creationId xmlns:p14="http://schemas.microsoft.com/office/powerpoint/2010/main" val="3793944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95530-25C8-E1E4-7AB3-EDD8A5BE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3C4207-027D-2E14-2F39-89D3555F8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18" y="365125"/>
            <a:ext cx="11909234" cy="6355164"/>
          </a:xfrm>
        </p:spPr>
      </p:pic>
    </p:spTree>
    <p:extLst>
      <p:ext uri="{BB962C8B-B14F-4D97-AF65-F5344CB8AC3E}">
        <p14:creationId xmlns:p14="http://schemas.microsoft.com/office/powerpoint/2010/main" val="237675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B8846-12BD-3B10-D16A-BB5CD6D0C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B7AF6C-3CF5-80E7-4A67-971D10363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75" y="365124"/>
            <a:ext cx="11953301" cy="6492875"/>
          </a:xfrm>
        </p:spPr>
      </p:pic>
    </p:spTree>
    <p:extLst>
      <p:ext uri="{BB962C8B-B14F-4D97-AF65-F5344CB8AC3E}">
        <p14:creationId xmlns:p14="http://schemas.microsoft.com/office/powerpoint/2010/main" val="2657070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DE017-D853-6249-B928-1A09C951C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45FD62-FE5E-EA80-C2B7-41E92D973C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52" y="365125"/>
            <a:ext cx="11865166" cy="6410248"/>
          </a:xfrm>
        </p:spPr>
      </p:pic>
    </p:spTree>
    <p:extLst>
      <p:ext uri="{BB962C8B-B14F-4D97-AF65-F5344CB8AC3E}">
        <p14:creationId xmlns:p14="http://schemas.microsoft.com/office/powerpoint/2010/main" val="3135795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EEA23-76B0-B21A-817D-C4662054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BFB485-4503-E551-4C03-44457D2B6B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85" y="365124"/>
            <a:ext cx="12283807" cy="5903473"/>
          </a:xfrm>
        </p:spPr>
      </p:pic>
    </p:spTree>
    <p:extLst>
      <p:ext uri="{BB962C8B-B14F-4D97-AF65-F5344CB8AC3E}">
        <p14:creationId xmlns:p14="http://schemas.microsoft.com/office/powerpoint/2010/main" val="3693349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9520F-601F-2A9B-4E24-5DCAADCB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5B3E7A-B3BE-1685-2ED3-F851125DBE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304"/>
            <a:ext cx="12063470" cy="6659696"/>
          </a:xfrm>
        </p:spPr>
      </p:pic>
    </p:spTree>
    <p:extLst>
      <p:ext uri="{BB962C8B-B14F-4D97-AF65-F5344CB8AC3E}">
        <p14:creationId xmlns:p14="http://schemas.microsoft.com/office/powerpoint/2010/main" val="867746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33D71-EA0A-8B57-B0F4-DDCC41FCF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935DD8-7F97-9D7F-E64E-2D3258D95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54" y="365125"/>
            <a:ext cx="11633812" cy="6410248"/>
          </a:xfrm>
        </p:spPr>
      </p:pic>
    </p:spTree>
    <p:extLst>
      <p:ext uri="{BB962C8B-B14F-4D97-AF65-F5344CB8AC3E}">
        <p14:creationId xmlns:p14="http://schemas.microsoft.com/office/powerpoint/2010/main" val="2609450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43D0-BCF9-FCF7-E2E8-2F6733651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C15F9D-6DFF-4E70-35FD-60D4799CB3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20" y="154236"/>
            <a:ext cx="11982680" cy="6566053"/>
          </a:xfrm>
        </p:spPr>
      </p:pic>
    </p:spTree>
    <p:extLst>
      <p:ext uri="{BB962C8B-B14F-4D97-AF65-F5344CB8AC3E}">
        <p14:creationId xmlns:p14="http://schemas.microsoft.com/office/powerpoint/2010/main" val="2344932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2B2F-748F-95B0-10F7-3116935B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515D9E-7F7D-37DA-AE80-CE2FC5410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24" y="198304"/>
            <a:ext cx="11784376" cy="6510968"/>
          </a:xfrm>
        </p:spPr>
      </p:pic>
    </p:spTree>
    <p:extLst>
      <p:ext uri="{BB962C8B-B14F-4D97-AF65-F5344CB8AC3E}">
        <p14:creationId xmlns:p14="http://schemas.microsoft.com/office/powerpoint/2010/main" val="3990712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63CEA-F473-6E1D-5E2D-EB3C63473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9024"/>
            <a:ext cx="10515600" cy="1325563"/>
          </a:xfrm>
        </p:spPr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75B864-5487-A8C7-140C-3E61B46CD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35" y="121186"/>
            <a:ext cx="11799065" cy="6736814"/>
          </a:xfrm>
        </p:spPr>
      </p:pic>
    </p:spTree>
    <p:extLst>
      <p:ext uri="{BB962C8B-B14F-4D97-AF65-F5344CB8AC3E}">
        <p14:creationId xmlns:p14="http://schemas.microsoft.com/office/powerpoint/2010/main" val="3428264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1031C-8BE5-BBA3-0E0A-EB8884C2D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0529A3-CA37-AEAA-B202-CACD1D8C92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71" y="99152"/>
            <a:ext cx="11743981" cy="6852491"/>
          </a:xfrm>
        </p:spPr>
      </p:pic>
    </p:spTree>
    <p:extLst>
      <p:ext uri="{BB962C8B-B14F-4D97-AF65-F5344CB8AC3E}">
        <p14:creationId xmlns:p14="http://schemas.microsoft.com/office/powerpoint/2010/main" val="2894909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1D403-FD5E-ADB8-0220-057153DE3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3D9A3A-FEF6-FCE5-3351-B0CB59B828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87" y="165252"/>
            <a:ext cx="12004713" cy="6588087"/>
          </a:xfrm>
        </p:spPr>
      </p:pic>
    </p:spTree>
    <p:extLst>
      <p:ext uri="{BB962C8B-B14F-4D97-AF65-F5344CB8AC3E}">
        <p14:creationId xmlns:p14="http://schemas.microsoft.com/office/powerpoint/2010/main" val="1222018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D6539-EC78-FD31-8724-A925CB65E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59AFD1-1850-9ADE-B2FF-330B207320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024"/>
            <a:ext cx="12324202" cy="6499952"/>
          </a:xfrm>
        </p:spPr>
      </p:pic>
    </p:spTree>
    <p:extLst>
      <p:ext uri="{BB962C8B-B14F-4D97-AF65-F5344CB8AC3E}">
        <p14:creationId xmlns:p14="http://schemas.microsoft.com/office/powerpoint/2010/main" val="3717265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7CFC-3C46-9959-7773-775DE18EF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8C41D8-3820-0465-315E-31A45D2E2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37" y="176270"/>
            <a:ext cx="11799065" cy="6316605"/>
          </a:xfrm>
        </p:spPr>
      </p:pic>
    </p:spTree>
    <p:extLst>
      <p:ext uri="{BB962C8B-B14F-4D97-AF65-F5344CB8AC3E}">
        <p14:creationId xmlns:p14="http://schemas.microsoft.com/office/powerpoint/2010/main" val="1412646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 S</dc:creator>
  <cp:lastModifiedBy>pavithra S</cp:lastModifiedBy>
  <cp:revision>4</cp:revision>
  <dcterms:created xsi:type="dcterms:W3CDTF">2025-05-24T04:40:40Z</dcterms:created>
  <dcterms:modified xsi:type="dcterms:W3CDTF">2025-05-24T04:57:18Z</dcterms:modified>
</cp:coreProperties>
</file>